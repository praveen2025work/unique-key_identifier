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proof, then set the three-horizon arc. One ask follows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business logic, no technology. Reframe agent knowledge as a governed, compounding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sources, one governed road. Gold stage = business decision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pitch: deterministic workflow layer exists and is trusted. Agent One is an intelligence layer that snaps in — no rebuild, controls inherited, every workflow app on the platform becomes agent-capable. This multiplies the value of both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modest ask, quarterly value, reuse. Q4 now includes the first existing workflow app going agent-capable.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One: Proven Today, Built to Get Better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finance agent already runs the daily P&amp;L process end-to-end — the next move is making it improve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" y="207157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workflow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through Commentary &amp; Sign-off, run with AI assistance every business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173" y="207157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by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choose how much the agent does — from fully manual to fully automatic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73" y="2071573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unchecked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782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explicit sign-off; every result is traceable and repeatable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A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Assists our people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the heavy lifting; analysts direct and approve each step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09651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677A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4370832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A"/>
          </a:solidFill>
          <a:ln/>
        </p:spPr>
      </p:sp>
      <p:sp>
        <p:nvSpPr>
          <p:cNvPr id="25" name="Text 20"/>
          <p:cNvSpPr/>
          <p:nvPr/>
        </p:nvSpPr>
        <p:spPr>
          <a:xfrm>
            <a:off x="4645152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4515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the routine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4645152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days run themselves; people focus only on exceptions and judgment calls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918704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677A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8193024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A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6734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itself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467344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learns from every day in production — safely, with the business approving every change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 is about the third step — and the one investment that unlocks 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Opportunity: The Agent's Knowledge Stands Still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production and our people discover how to make the agent better — today, none of it is captured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135" y="1719255"/>
            <a:ext cx="328818" cy="3288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819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251960" y="149047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playbooks are written once and updated by hand. As products, books and controls change, quality quietly erodes between updates.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5" y="2953695"/>
            <a:ext cx="328818" cy="3288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163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goes unused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251960" y="272491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monitoring already sees every run — where the agent hesitated, failed or needed a human. Those insights sit in dashboards instead of fixing the agent.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35" y="4188135"/>
            <a:ext cx="328818" cy="3288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walks away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251960" y="395935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find better ways of instructing the agent daily. Those improvements live in personal notes — not in the platform — and leave when people move 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4864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4864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knowledge is a business asset. Managed like one — versioned, reviewed, approved — it becomes a compounding advantage instead of a slow leak.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A Governed Way for the Agent to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capability — improvements flow in from two sources, and nothing changes without business approval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2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evidence is mined automatically. Recurring issues become draft improvements — each arriving with the proof of why it's needed.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2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10512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929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people propose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suggest better approaches in one click, as they work. Front-line know-how is captured in the platform, not lost in notebooks.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TAKES THE SAME ROAD — NO EXCEPTIONS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2368296" cy="777240"/>
          </a:xfrm>
          <a:prstGeom prst="chevron">
            <a:avLst/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4360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with evidence attached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98064" y="3794760"/>
            <a:ext cx="2368296" cy="777240"/>
          </a:xfrm>
          <a:prstGeom prst="chevron">
            <a:avLst/>
          </a:prstGeom>
          <a:solidFill>
            <a:srgbClr val="21295C"/>
          </a:solidFill>
          <a:ln/>
        </p:spPr>
      </p:sp>
      <p:sp>
        <p:nvSpPr>
          <p:cNvPr id="19" name="Text 15"/>
          <p:cNvSpPr/>
          <p:nvPr/>
        </p:nvSpPr>
        <p:spPr>
          <a:xfrm>
            <a:off x="3035808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43784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against agreed scenarios before anyone reviews it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47488" y="3794760"/>
            <a:ext cx="2368296" cy="777240"/>
          </a:xfrm>
          <a:prstGeom prst="chevron">
            <a:avLst/>
          </a:prstGeom>
          <a:solidFill>
            <a:srgbClr val="C9922A"/>
          </a:solidFill>
          <a:ln/>
        </p:spPr>
      </p:sp>
      <p:sp>
        <p:nvSpPr>
          <p:cNvPr id="22" name="Text 18"/>
          <p:cNvSpPr/>
          <p:nvPr/>
        </p:nvSpPr>
        <p:spPr>
          <a:xfrm>
            <a:off x="5285232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BUSINESS-APPROVED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93208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owns the decision: approve, reject, or ask for changes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296912" y="3794760"/>
            <a:ext cx="2368296" cy="777240"/>
          </a:xfrm>
          <a:prstGeom prst="chevron">
            <a:avLst/>
          </a:prstGeom>
          <a:solidFill>
            <a:srgbClr val="21295C"/>
          </a:solidFill>
          <a:ln/>
        </p:spPr>
      </p:sp>
      <p:sp>
        <p:nvSpPr>
          <p:cNvPr id="25" name="Text 21"/>
          <p:cNvSpPr/>
          <p:nvPr/>
        </p:nvSpPr>
        <p:spPr>
          <a:xfrm>
            <a:off x="7534656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342632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as a new version — reversible in minutes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546336" y="3794760"/>
            <a:ext cx="2368296" cy="777240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9784080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592056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in production; results feed the next improvement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645920" y="5806440"/>
            <a:ext cx="8869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headEnd type="arrow"/>
          </a:ln>
        </p:spPr>
      </p:sp>
      <p:sp>
        <p:nvSpPr>
          <p:cNvPr id="31" name="Text 27"/>
          <p:cNvSpPr/>
          <p:nvPr/>
        </p:nvSpPr>
        <p:spPr>
          <a:xfrm>
            <a:off x="3017520" y="5897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every production day makes the next one better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630936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6309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holds the approve button. Full audit trail. Instant rollback. No change happens outside this road.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 Path to Scale: Plug Agent One into What We Already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workflow platform already orchestrates steps, approvals and entitlements in production — Agent One snaps in as the intelligence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2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Platform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 business process as configurable steps and stages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entitlements and audit already built in and trusted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predictable — the control backbone stays exactly as it 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2697480"/>
            <a:ext cx="822960" cy="82296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2679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748272" y="155448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2" y="1755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 IN — NO REBUILD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22592" y="2029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 Intelligence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22592" y="260604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step can call on the agent — analyse, reconcile, draft, explain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flows step to step, so each stage starts fully informed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keep the controls: what runs automatically, what waits for them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SMART PLAY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475488" cy="47548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5266212"/>
            <a:ext cx="275783" cy="27578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5742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Integrate, don't replace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035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engine keeps running; intelligence is added where it pays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01568" y="5166360"/>
            <a:ext cx="475488" cy="47548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420" y="5266212"/>
            <a:ext cx="275783" cy="27578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01568" y="5742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quarters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01568" y="6035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process becomes agent-capable by configuration, not a build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54496" y="5166360"/>
            <a:ext cx="475488" cy="47548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348" y="5266212"/>
            <a:ext cx="275783" cy="27578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54496" y="5742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from day one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54496" y="6035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approvals, entitlements and audit govern the AI automatically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107424" y="5166360"/>
            <a:ext cx="475488" cy="475488"/>
          </a:xfrm>
          <a:prstGeom prst="ellipse">
            <a:avLst/>
          </a:prstGeom>
          <a:solidFill>
            <a:srgbClr val="BFD9E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276" y="5266212"/>
            <a:ext cx="275783" cy="27578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7424" y="5742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investment, many wins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107424" y="6035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on the platform inherits the agent — value multiplies across the org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194560"/>
            <a:ext cx="5120640" cy="5120640"/>
          </a:xfrm>
          <a:prstGeom prst="ellipse">
            <a:avLst/>
          </a:prstGeom>
          <a:solidFill>
            <a:srgbClr val="2E3A7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and 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first step, visible value each quarter — built on platforms we already 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2E3A75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captured from day one; business approval in place from the first change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2E3A75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651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System-proposed improvements arrive pre-tested; first existing workflow app goes agent-capable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2E3A75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651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approve → release → watch, running continuously with a quality view for finance owners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C9922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44398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direction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72000" y="4297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self-improving agent — integrated into our workflow platform — as the target state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001768"/>
            <a:ext cx="457200" cy="457200"/>
          </a:xfrm>
          <a:prstGeom prst="ellipse">
            <a:avLst/>
          </a:prstGeom>
          <a:solidFill>
            <a:srgbClr val="C9922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10235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49560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approvers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4572000" y="49560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finance owners who will hold the approve button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22960" y="5660136"/>
            <a:ext cx="457200" cy="457200"/>
          </a:xfrm>
          <a:prstGeom prst="ellipse">
            <a:avLst/>
          </a:prstGeom>
          <a:solidFill>
            <a:srgbClr val="C9922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760720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6304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squad for Q3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4572000" y="561441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capture and approval first — reusing our existing workflow, registry and monitoring investments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2960" y="6400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agent quality that compounds — every production day makes the platform better, with the business in control.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2026-07-23T23:28:41Z</dcterms:created>
  <dcterms:modified xsi:type="dcterms:W3CDTF">2026-07-23T23:28:41Z</dcterms:modified>
</cp:coreProperties>
</file>