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45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Process Automation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4592" y="32004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System Architecture  —  Data Flow &amp; Connections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99BB"/>
                </a:solidFill>
              </a:rPr>
              <a:t>CIO Briefing  |  Confidential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640080"/>
            <a:ext cx="1600200" cy="658368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6400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MOTIF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640080"/>
            <a:ext cx="1600200" cy="658368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6400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RADIAL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640080"/>
            <a:ext cx="1600200" cy="658368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6400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640080"/>
            <a:ext cx="1600200" cy="658368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6400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5989320"/>
            <a:ext cx="1508760" cy="594360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17520" y="5989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GMIS/RAMP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5989320"/>
            <a:ext cx="1234440" cy="594360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5989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5989320"/>
            <a:ext cx="1234440" cy="594360"/>
          </a:xfrm>
          <a:prstGeom prst="rect">
            <a:avLst/>
          </a:prstGeom>
          <a:solidFill>
            <a:srgbClr val="1B5DB8"/>
          </a:solidFill>
          <a:ln w="19050">
            <a:solidFill>
              <a:srgbClr val="1040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5989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 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" y="2377440"/>
            <a:ext cx="1078992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" y="2377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</a:rPr>
              <a:t>FAS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" y="270662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Backend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Service API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61872" y="1417320"/>
            <a:ext cx="6949440" cy="4462272"/>
          </a:xfrm>
          <a:prstGeom prst="rect">
            <a:avLst/>
          </a:prstGeom>
          <a:solidFill>
            <a:srgbClr val="D6E8F0">
              <a:alpha val="75000"/>
            </a:srgbClr>
          </a:solidFill>
          <a:ln w="19050">
            <a:solidFill>
              <a:srgbClr val="7BAA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558698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6A88"/>
                </a:solidFill>
              </a:rPr>
              <a:t>Finance Portal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1417320"/>
            <a:ext cx="3639312" cy="4462272"/>
          </a:xfrm>
          <a:prstGeom prst="rect">
            <a:avLst/>
          </a:prstGeom>
          <a:solidFill>
            <a:srgbClr val="D6E8F0">
              <a:alpha val="75000"/>
            </a:srgbClr>
          </a:solidFill>
          <a:ln w="19050">
            <a:solidFill>
              <a:srgbClr val="7BAA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558698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6A88"/>
                </a:solidFill>
              </a:rPr>
              <a:t>FORT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481328" y="1938528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EEF4E0"/>
          </a:solidFill>
          <a:ln w="15240">
            <a:solidFill>
              <a:srgbClr val="8AAA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81328" y="193852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Playpen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1938528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EEF4E0"/>
          </a:solidFill>
          <a:ln w="15240">
            <a:solidFill>
              <a:srgbClr val="8AAA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80560" y="193852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RecFactory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481328" y="3401568"/>
            <a:ext cx="2514600" cy="2103120"/>
          </a:xfrm>
          <a:prstGeom prst="roundRect">
            <a:avLst>
              <a:gd name="adj" fmla="val 3043"/>
            </a:avLst>
          </a:prstGeom>
          <a:solidFill>
            <a:srgbClr val="EEF4E0"/>
          </a:solidFill>
          <a:ln w="15240">
            <a:solidFill>
              <a:srgbClr val="8AAA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81328" y="3401568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Workflow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3401568"/>
            <a:ext cx="3429000" cy="2103120"/>
          </a:xfrm>
          <a:prstGeom prst="roundRect">
            <a:avLst>
              <a:gd name="adj" fmla="val 3043"/>
            </a:avLst>
          </a:prstGeom>
          <a:solidFill>
            <a:srgbClr val="EEF4E0"/>
          </a:solidFill>
          <a:ln w="15240">
            <a:solidFill>
              <a:srgbClr val="8AAA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80560" y="3401568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Analytical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Review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41080" y="1938528"/>
            <a:ext cx="2999232" cy="1691640"/>
          </a:xfrm>
          <a:prstGeom prst="roundRect">
            <a:avLst>
              <a:gd name="adj" fmla="val 3784"/>
            </a:avLst>
          </a:prstGeom>
          <a:solidFill>
            <a:srgbClr val="EEF4E0"/>
          </a:solidFill>
          <a:ln w="15240">
            <a:solidFill>
              <a:srgbClr val="8AAA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41080" y="1938528"/>
            <a:ext cx="2999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IFRS 13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41080" y="3840480"/>
            <a:ext cx="2999232" cy="1783080"/>
          </a:xfrm>
          <a:prstGeom prst="roundRect">
            <a:avLst>
              <a:gd name="adj" fmla="val 3590"/>
            </a:avLst>
          </a:prstGeom>
          <a:solidFill>
            <a:srgbClr val="EEF4E0"/>
          </a:solidFill>
          <a:ln w="15240">
            <a:solidFill>
              <a:srgbClr val="8AAA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641080" y="3840480"/>
            <a:ext cx="29992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MAW / FCPA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440180" y="1298448"/>
            <a:ext cx="0" cy="128016"/>
          </a:xfrm>
          <a:prstGeom prst="line">
            <a:avLst/>
          </a:prstGeom>
          <a:noFill/>
          <a:ln w="22860">
            <a:solidFill>
              <a:srgbClr val="1B5D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40180" y="1426464"/>
            <a:ext cx="388620" cy="0"/>
          </a:xfrm>
          <a:prstGeom prst="line">
            <a:avLst/>
          </a:prstGeom>
          <a:noFill/>
          <a:ln w="22860">
            <a:solidFill>
              <a:srgbClr val="1B5D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1426464"/>
            <a:ext cx="0" cy="512064"/>
          </a:xfrm>
          <a:prstGeom prst="line">
            <a:avLst/>
          </a:prstGeom>
          <a:noFill/>
          <a:ln w="22860">
            <a:solidFill>
              <a:srgbClr val="1B5DB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645920" y="1298448"/>
            <a:ext cx="0" cy="18288"/>
          </a:xfrm>
          <a:prstGeom prst="line">
            <a:avLst/>
          </a:prstGeom>
          <a:noFill/>
          <a:ln w="15240">
            <a:solidFill>
              <a:srgbClr val="1B5DB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645920" y="1316736"/>
            <a:ext cx="3291840" cy="0"/>
          </a:xfrm>
          <a:prstGeom prst="line">
            <a:avLst/>
          </a:prstGeom>
          <a:noFill/>
          <a:ln w="15240">
            <a:solidFill>
              <a:srgbClr val="1B5DB8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937760" y="1316736"/>
            <a:ext cx="0" cy="621792"/>
          </a:xfrm>
          <a:prstGeom prst="line">
            <a:avLst/>
          </a:prstGeom>
          <a:noFill/>
          <a:ln w="15240">
            <a:solidFill>
              <a:srgbClr val="1B5DB8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817620" y="1298448"/>
            <a:ext cx="0" cy="128016"/>
          </a:xfrm>
          <a:prstGeom prst="line">
            <a:avLst/>
          </a:prstGeom>
          <a:noFill/>
          <a:ln w="22860">
            <a:solidFill>
              <a:srgbClr val="E086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7620" y="1426464"/>
            <a:ext cx="1943100" cy="0"/>
          </a:xfrm>
          <a:prstGeom prst="line">
            <a:avLst/>
          </a:prstGeom>
          <a:noFill/>
          <a:ln w="22860">
            <a:solidFill>
              <a:srgbClr val="E086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1426464"/>
            <a:ext cx="0" cy="512064"/>
          </a:xfrm>
          <a:prstGeom prst="line">
            <a:avLst/>
          </a:prstGeom>
          <a:noFill/>
          <a:ln w="22860">
            <a:solidFill>
              <a:srgbClr val="E0860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023360" y="1298448"/>
            <a:ext cx="0" cy="18288"/>
          </a:xfrm>
          <a:prstGeom prst="line">
            <a:avLst/>
          </a:prstGeom>
          <a:noFill/>
          <a:ln w="19050">
            <a:solidFill>
              <a:srgbClr val="E0860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1316736"/>
            <a:ext cx="5577840" cy="0"/>
          </a:xfrm>
          <a:prstGeom prst="line">
            <a:avLst/>
          </a:prstGeom>
          <a:noFill/>
          <a:ln w="19050">
            <a:solidFill>
              <a:srgbClr val="E0860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0" y="1316736"/>
            <a:ext cx="0" cy="621792"/>
          </a:xfrm>
          <a:prstGeom prst="line">
            <a:avLst/>
          </a:prstGeom>
          <a:noFill/>
          <a:ln w="19050">
            <a:solidFill>
              <a:srgbClr val="E0860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195060" y="1298448"/>
            <a:ext cx="0" cy="128016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5060" y="1426464"/>
            <a:ext cx="228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1426464"/>
            <a:ext cx="0" cy="197510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400800" y="1298448"/>
            <a:ext cx="0" cy="18288"/>
          </a:xfrm>
          <a:prstGeom prst="line">
            <a:avLst/>
          </a:prstGeom>
          <a:noFill/>
          <a:ln w="15240">
            <a:solidFill>
              <a:srgbClr val="C0392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400800" y="1316736"/>
            <a:ext cx="3657600" cy="0"/>
          </a:xfrm>
          <a:prstGeom prst="line">
            <a:avLst/>
          </a:prstGeom>
          <a:noFill/>
          <a:ln w="15240">
            <a:solidFill>
              <a:srgbClr val="C0392B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0058400" y="1316736"/>
            <a:ext cx="0" cy="621792"/>
          </a:xfrm>
          <a:prstGeom prst="line">
            <a:avLst/>
          </a:prstGeom>
          <a:noFill/>
          <a:ln w="1524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572500" y="1298448"/>
            <a:ext cx="0" cy="128016"/>
          </a:xfrm>
          <a:prstGeom prst="line">
            <a:avLst/>
          </a:prstGeom>
          <a:noFill/>
          <a:ln w="19050">
            <a:solidFill>
              <a:srgbClr val="1B8B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1426464"/>
            <a:ext cx="1897380" cy="0"/>
          </a:xfrm>
          <a:prstGeom prst="line">
            <a:avLst/>
          </a:prstGeom>
          <a:noFill/>
          <a:ln w="19050">
            <a:solidFill>
              <a:srgbClr val="1B8B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1426464"/>
            <a:ext cx="0" cy="1975104"/>
          </a:xfrm>
          <a:prstGeom prst="line">
            <a:avLst/>
          </a:prstGeom>
          <a:noFill/>
          <a:ln w="19050">
            <a:solidFill>
              <a:srgbClr val="1B8BA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78240" y="1298448"/>
            <a:ext cx="0" cy="18288"/>
          </a:xfrm>
          <a:prstGeom prst="line">
            <a:avLst/>
          </a:prstGeom>
          <a:noFill/>
          <a:ln w="19050">
            <a:solidFill>
              <a:srgbClr val="1B8B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0" y="1316736"/>
            <a:ext cx="1463040" cy="0"/>
          </a:xfrm>
          <a:prstGeom prst="line">
            <a:avLst/>
          </a:prstGeom>
          <a:noFill/>
          <a:ln w="19050">
            <a:solidFill>
              <a:srgbClr val="1B8B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41280" y="1316736"/>
            <a:ext cx="0" cy="621792"/>
          </a:xfrm>
          <a:prstGeom prst="line">
            <a:avLst/>
          </a:prstGeom>
          <a:noFill/>
          <a:ln w="19050">
            <a:solidFill>
              <a:srgbClr val="1B8BA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133856" y="2633472"/>
            <a:ext cx="34747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81328" y="2633472"/>
            <a:ext cx="0" cy="-146304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594360" y="3017520"/>
            <a:ext cx="914" cy="1188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594360" y="3017520"/>
            <a:ext cx="38862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80560" y="3017520"/>
            <a:ext cx="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133856" y="2834640"/>
            <a:ext cx="347472" cy="0"/>
          </a:xfrm>
          <a:prstGeom prst="line">
            <a:avLst/>
          </a:prstGeom>
          <a:noFill/>
          <a:ln w="16510">
            <a:solidFill>
              <a:srgbClr val="888888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1481328" y="2834640"/>
            <a:ext cx="0" cy="1188720"/>
          </a:xfrm>
          <a:prstGeom prst="line">
            <a:avLst/>
          </a:prstGeom>
          <a:noFill/>
          <a:ln w="16510">
            <a:solidFill>
              <a:srgbClr val="888888"/>
            </a:solidFill>
            <a:prstDash val="dash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767328" y="5989320"/>
            <a:ext cx="0" cy="-301752"/>
          </a:xfrm>
          <a:prstGeom prst="line">
            <a:avLst/>
          </a:prstGeom>
          <a:noFill/>
          <a:ln w="22860">
            <a:solidFill>
              <a:srgbClr val="3A8C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88920" y="5687568"/>
            <a:ext cx="978408" cy="0"/>
          </a:xfrm>
          <a:prstGeom prst="line">
            <a:avLst/>
          </a:prstGeom>
          <a:noFill/>
          <a:ln w="22860">
            <a:solidFill>
              <a:srgbClr val="3A8C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88920" y="5687568"/>
            <a:ext cx="0" cy="-182880"/>
          </a:xfrm>
          <a:prstGeom prst="line">
            <a:avLst/>
          </a:prstGeom>
          <a:noFill/>
          <a:ln w="22860">
            <a:solidFill>
              <a:srgbClr val="3A8C3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504688" y="5989320"/>
            <a:ext cx="0" cy="-301752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04688" y="5687568"/>
            <a:ext cx="228600" cy="0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733288" y="5687568"/>
            <a:ext cx="0" cy="-182880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562088" y="5989320"/>
            <a:ext cx="0" cy="-301752"/>
          </a:xfrm>
          <a:prstGeom prst="line">
            <a:avLst/>
          </a:prstGeom>
          <a:noFill/>
          <a:ln w="19050">
            <a:solidFill>
              <a:srgbClr val="D8431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92240" y="5687568"/>
            <a:ext cx="1069848" cy="0"/>
          </a:xfrm>
          <a:prstGeom prst="line">
            <a:avLst/>
          </a:prstGeom>
          <a:noFill/>
          <a:ln w="19050">
            <a:solidFill>
              <a:srgbClr val="D8431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92240" y="5687568"/>
            <a:ext cx="0" cy="-182880"/>
          </a:xfrm>
          <a:prstGeom prst="line">
            <a:avLst/>
          </a:prstGeom>
          <a:noFill/>
          <a:ln w="19050">
            <a:solidFill>
              <a:srgbClr val="D84315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F4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37160" y="66476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5A6A"/>
                </a:solidFill>
              </a:rPr>
              <a:t>Data Flow: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005840" y="6720840"/>
            <a:ext cx="256032" cy="0"/>
          </a:xfrm>
          <a:prstGeom prst="line">
            <a:avLst/>
          </a:prstGeom>
          <a:noFill/>
          <a:ln w="25400">
            <a:solidFill>
              <a:srgbClr val="1B5DB8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1316736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MOTIF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395728" y="6720840"/>
            <a:ext cx="256032" cy="0"/>
          </a:xfrm>
          <a:prstGeom prst="line">
            <a:avLst/>
          </a:prstGeom>
          <a:noFill/>
          <a:ln w="25400">
            <a:solidFill>
              <a:srgbClr val="E0860A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2706624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RADIAL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85616" y="6720840"/>
            <a:ext cx="25603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7" name="Text 85"/>
          <p:cNvSpPr/>
          <p:nvPr/>
        </p:nvSpPr>
        <p:spPr>
          <a:xfrm>
            <a:off x="4096512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SAP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175504" y="6720840"/>
            <a:ext cx="256032" cy="0"/>
          </a:xfrm>
          <a:prstGeom prst="line">
            <a:avLst/>
          </a:prstGeom>
          <a:noFill/>
          <a:ln w="25400">
            <a:solidFill>
              <a:srgbClr val="3A8C3A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5486400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GMIS/RAMP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6565392" y="6720840"/>
            <a:ext cx="256032" cy="0"/>
          </a:xfrm>
          <a:prstGeom prst="line">
            <a:avLst/>
          </a:prstGeom>
          <a:noFill/>
          <a:ln w="2540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6876288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BCE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955280" y="6720840"/>
            <a:ext cx="256032" cy="0"/>
          </a:xfrm>
          <a:prstGeom prst="line">
            <a:avLst/>
          </a:prstGeom>
          <a:noFill/>
          <a:ln w="25400">
            <a:solidFill>
              <a:srgbClr val="D84315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8266176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FA Hub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345168" y="6720840"/>
            <a:ext cx="256032" cy="0"/>
          </a:xfrm>
          <a:prstGeom prst="line">
            <a:avLst/>
          </a:prstGeom>
          <a:noFill/>
          <a:ln w="25400">
            <a:solidFill>
              <a:srgbClr val="1B8BA0"/>
            </a:solidFill>
            <a:prstDash val="solid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9656064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FLEX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735056" y="6720840"/>
            <a:ext cx="256032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97" name="Text 95"/>
          <p:cNvSpPr/>
          <p:nvPr/>
        </p:nvSpPr>
        <p:spPr>
          <a:xfrm>
            <a:off x="11045952" y="66476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A6A"/>
                </a:solidFill>
              </a:rPr>
              <a:t>FAS (API)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2026-02-20T23:41:46Z</dcterms:created>
  <dcterms:modified xsi:type="dcterms:W3CDTF">2026-02-20T23:41:46Z</dcterms:modified>
</cp:coreProperties>
</file>